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A9B46D-F780-4396-A0B1-8B282025E8D2}">
  <a:tblStyle styleId="{78A9B46D-F780-4396-A0B1-8B282025E8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992e4f95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992e4f95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992e4f95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0992e4f95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992e4f95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992e4f95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992e4f95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992e4f95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992e4f95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992e4f95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992e4f95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992e4f95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0992e4f95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0992e4f95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ostm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API Rest</a:t>
            </a:r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69150"/>
            <a:ext cx="4161152" cy="30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API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11725" y="1520025"/>
            <a:ext cx="8685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Una </a:t>
            </a:r>
            <a:r>
              <a:rPr b="1" lang="ca">
                <a:latin typeface="Roboto"/>
                <a:ea typeface="Roboto"/>
                <a:cs typeface="Roboto"/>
                <a:sym typeface="Roboto"/>
              </a:rPr>
              <a:t>API 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(Application Programming Interface) és un conjunt de definicions i protocols creats per permetre l’accés al backend d’aplicacions de tercers o pròpies i poder reutilitzar els serveis ja creats.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L'avantatge és que podem consumir aquests recursos des d’una aplicació web, apps natives android o iOS, aplicacions d’escriptori WPF…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925" y="2782125"/>
            <a:ext cx="5483475" cy="21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API REST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37775" y="1373088"/>
            <a:ext cx="8337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El terme REST (Representational State Transfer) és un conjunt de restriccions a tenir en compte en l’arquitectura que utilitzarem quan creem aquest tipus d’aplicacions: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La implementació d’una API REST es coneix com API RESTful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El protocol utilitzat és HTTP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S’utilitzen els verbs GET, POST, PUT, DELETE, etc. per indicar quin tipus d’operació es farà sobre l’endpoint*  indicat.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L’intercanvi de dades utilitzat és XML o JSON (el més utilitzat)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Un client pot utilitzar una API independentment del llenguatge de programació en què hagi estat desenvolupada.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833675" y="3961250"/>
            <a:ext cx="734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*Els endpoints en una API són les URLs que responen a una petició: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/users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/users/4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API REST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337775" y="1504675"/>
            <a:ext cx="8337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Per conveni, els verbs s’utilitzen de la següent manera: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GET: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 		Obtenir dades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POST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: 	Afegir dades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PUT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: 		Modificar dades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DELETE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:	Eliminar dades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Per exemple: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Si faig un POST  al endpoint /users significarà que vull crear un nou usuari (les dades se li passen en el body)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Si faig un GET al endpoint /users significarà que vull obtenir el  llistat d’usuaris.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API REST: Exemple moodle</a:t>
            </a:r>
            <a:endParaRPr/>
          </a:p>
        </p:txBody>
      </p:sp>
      <p:graphicFrame>
        <p:nvGraphicFramePr>
          <p:cNvPr id="91" name="Google Shape;91;p17"/>
          <p:cNvGraphicFramePr/>
          <p:nvPr/>
        </p:nvGraphicFramePr>
        <p:xfrm>
          <a:off x="1257850" y="15035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{78A9B46D-F780-4396-A0B1-8B282025E8D2}</a:tableStyleId>
              </a:tblPr>
              <a:tblGrid>
                <a:gridCol w="2000250"/>
                <a:gridCol w="1609725"/>
                <a:gridCol w="1076325"/>
                <a:gridCol w="1362075"/>
              </a:tblGrid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API   End Points</a:t>
                      </a:r>
                      <a:endParaRPr b="1"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Description</a:t>
                      </a:r>
                      <a:endParaRPr b="1"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Request body</a:t>
                      </a:r>
                      <a:endParaRPr b="1"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Response body</a:t>
                      </a:r>
                      <a:endParaRPr b="1"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 /api/users</a:t>
                      </a:r>
                      <a:endParaRPr sz="9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Obté els usuaris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None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User List (json)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 /api/users/{id}</a:t>
                      </a:r>
                      <a:endParaRPr sz="9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Obté usuari per ID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None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User (json)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  /api/users</a:t>
                      </a:r>
                      <a:endParaRPr sz="9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Afegeix un nou usuari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User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User (json)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PUT   /api/users/{id}</a:t>
                      </a:r>
                      <a:endParaRPr sz="9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Modifica un usuari existent</a:t>
                      </a: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  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User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Rows affected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DELETE /api/users/{id}</a:t>
                      </a: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    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Elimina un usuari</a:t>
                      </a: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    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None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00">
                          <a:solidFill>
                            <a:srgbClr val="171717"/>
                          </a:solidFill>
                          <a:highlight>
                            <a:srgbClr val="FFFFFF"/>
                          </a:highlight>
                        </a:rPr>
                        <a:t>None</a:t>
                      </a:r>
                      <a:endParaRPr sz="1100">
                        <a:solidFill>
                          <a:srgbClr val="171717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17171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99200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Testejar APIs 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99200" y="1566075"/>
            <a:ext cx="8433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>
                <a:latin typeface="Roboto"/>
                <a:ea typeface="Roboto"/>
                <a:cs typeface="Roboto"/>
                <a:sym typeface="Roboto"/>
              </a:rPr>
              <a:t>Postman </a:t>
            </a:r>
            <a:r>
              <a:rPr lang="ca">
                <a:latin typeface="Roboto"/>
                <a:ea typeface="Roboto"/>
                <a:cs typeface="Roboto"/>
                <a:sym typeface="Roboto"/>
              </a:rPr>
              <a:t>és una aplicació que ens permet utilitzar una API i comprovar el seu funcionament: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https://www.postman.com/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També tenim disponibles varis plugins per utilitzar-los des del navegador: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Roboto"/>
                <a:ea typeface="Roboto"/>
                <a:cs typeface="Roboto"/>
                <a:sym typeface="Roboto"/>
              </a:rPr>
              <a:t>Advanced Rest client, etc.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01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Postman - Exemple GET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275" y="1338425"/>
            <a:ext cx="6027442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301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Postman - Exemple POST (Nou Usuari)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75" y="1399850"/>
            <a:ext cx="8839199" cy="3590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